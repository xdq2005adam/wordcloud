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2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B9F6B-9ADC-45D7-89E1-C69EB2C853D9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1F7FD-B7C5-4C37-B39E-610068AA07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80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1F7FD-B7C5-4C37-B39E-610068AA076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11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134FB-5686-588F-4D80-7D0336222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1118AA-98EA-9599-8E9D-E8A6F3656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98E040-1871-2820-3427-B95CEACE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B66727-05E7-E617-1BEE-96F766D1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A5049-DA6C-5B10-1C95-F7797E6D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19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F175A-A143-43FE-8B06-A9EF1989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1FD7F2-27B0-32DD-4278-643BCF2B1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C1E40-DF48-B051-EC7E-358E54C5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787CE-C396-B57E-BE6E-6BBC63AA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B5A340-A8D7-F84E-2526-1E80A181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68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0CC40-614B-FEF8-E4BF-C27DE792C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66DF98-7D05-A3EB-B9DB-B9D549FBA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F4680C-ADB1-145D-046B-1CB3A0FD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25556-E356-159A-1B8D-7CF6C7DF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1ECC9C-3DAE-B4DB-B14C-8ED4EEBE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02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B8134-DB49-E49A-4D63-BDC2A103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30769B-66EF-DAD9-577B-BCB3BAE45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50290A-606E-18D4-D255-658D809E0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81B5D-28C6-75C5-606C-70A72FF5D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CF653E-4300-9E04-1860-E6EBB3BE7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A5F450-3026-CAC0-73BE-65D3DC4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59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3D981-2DF8-78D0-0A49-6BC039B8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3FDEE4-4B13-AF04-79B5-AE8BC0733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0AB06B-E160-70D4-F133-65AA7E91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650A5C-7BF8-C4F7-8454-EF446A100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01F329-1625-D12E-A717-1DF4D71C6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111EA8-0322-EE7A-6F74-ED3A24E2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BB5AB2-8B4B-D350-CC95-76C26516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F331F9-F5EB-910E-088D-0ADED4A6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56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9814F-6F6A-C4B4-AF37-822F0B58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D46957-A8CA-F276-DFDC-76486D3E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32EACB-8FD7-2FEF-04DB-30D59CF6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5D0556-DC00-1B45-C247-B1B1B279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9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773A67-B500-F741-D9F7-282BAD1A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FF69B1-8918-C99E-32FA-1D1D14F3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F6BDA3-1E50-5B43-D8CA-8D986A62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1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B5AE4-7DC2-3028-CD65-D39CBB18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B2EB3D-840B-56DA-1191-A64297B2E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D1108C-D54A-B39B-CF84-12E9A1502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1ED0A5-9713-C5CD-AC47-5028CCA3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A8541C-0E3B-87F9-8FDB-823B3011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D78B16-4795-0683-358A-91DD3F5D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54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B53FC-5732-F5B5-7D8E-C72D5A6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8B5350-F4AB-6108-FB05-38CC24D3C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75AD73-C6DB-B0F2-81B4-F54DCE09D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45D447-DB8D-853A-885B-5D3726EA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8EB241-A474-5FBD-EC35-8B080A56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6025D-4303-A7CD-BAB1-1ADBE891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346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D6865-2662-9247-8C10-DBCDA0D5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1CC1C0-BE0B-2983-566A-C2D351075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0CBEC4-18C9-37BF-D576-74052203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659B0-46B6-227E-1010-04B9D764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155546-0252-8C49-8D10-C23B2B1B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6E7E64-CB25-2B93-4E9A-A635D4D91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E333CF-BCCA-AC6C-939F-FF55518C1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89E5A2-6782-3D68-6038-1776E83D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0EBC50-4D4B-50A2-A440-AE7BD72F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771623-1752-B519-E451-1952ABBE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DA7B44-8945-1089-9970-EBE601BC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945C0-533B-FD3A-F94A-C4DC6A63E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B4D0F1-0A13-A01C-F809-8BE5F7DE9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31138-E632-4C85-B8DA-16436F5DAB2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39D781-998A-06FF-E2EB-97E3147FE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8A60A7-65EA-84E2-5E2F-7C3550F5D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7C80C-E9E7-49A2-B483-AAC9D54FF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33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不坑盒子_内嵌浏览器">
            <a:extLst>
              <a:ext uri="{FF2B5EF4-FFF2-40B4-BE49-F238E27FC236}">
                <a16:creationId xmlns:a16="http://schemas.microsoft.com/office/drawing/2014/main" id="{2C8FDA6B-4C54-2B0D-CA17-E935E2B6D6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altLang="zh-CN" sz="100"/>
              <a:t>https://web-production-27bb4.up.railway.app/</a:t>
            </a:r>
            <a:endParaRPr lang="zh-CN" altLang="en-US" sz="100"/>
          </a:p>
        </p:txBody>
      </p:sp>
    </p:spTree>
    <p:extLst>
      <p:ext uri="{BB962C8B-B14F-4D97-AF65-F5344CB8AC3E}">
        <p14:creationId xmlns:p14="http://schemas.microsoft.com/office/powerpoint/2010/main" val="264742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宽屏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增生 谢</dc:creator>
  <cp:lastModifiedBy>增生 谢</cp:lastModifiedBy>
  <cp:revision>2</cp:revision>
  <dcterms:created xsi:type="dcterms:W3CDTF">2025-11-03T21:03:25Z</dcterms:created>
  <dcterms:modified xsi:type="dcterms:W3CDTF">2025-11-03T21:04:28Z</dcterms:modified>
</cp:coreProperties>
</file>